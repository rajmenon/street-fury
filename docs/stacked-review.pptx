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669280" cy="5669280"/>
          </a:xfrm>
          <a:prstGeom prst="ellipse">
            <a:avLst/>
          </a:prstGeom>
          <a:solidFill>
            <a:srgbClr val="0F2A3F">
              <a:alpha val="8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548640"/>
            <a:ext cx="3840480" cy="3840480"/>
          </a:xfrm>
          <a:prstGeom prst="ellipse">
            <a:avLst/>
          </a:prstGeom>
          <a:solidFill>
            <a:srgbClr val="143850">
              <a:alpha val="82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LARGE AI-ASSISTED CHANGES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stacked PRs make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review possible again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 on Street Fury — Training Mode as four reviewable layers,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395-line pull request.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3550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Fury  ·  github.com/rajmenon/street-fury  ·  Stack #5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write faster than humans can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611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34440"/>
            <a:ext cx="91440" cy="2331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adoption rises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234440"/>
            <a:ext cx="3611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234440"/>
            <a:ext cx="91440" cy="2331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417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+24%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/ PR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did not keep 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234440"/>
            <a:ext cx="3611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234440"/>
            <a:ext cx="91440" cy="2331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417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366760" y="2240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change-fail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66760" y="2697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bar got skimmed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7947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TED's CTO said it plainly: AI made developers dramatically more productive, and that created a new bottleneck. PRs grew large enough that reviewers were struggling. Stacked PRs are GitHub's answer — now in public preview.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4709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Skim, not review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50292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400-line mixed PR is approved on vibe.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4709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+ conflicts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50292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sits while the next feature starts.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92440" y="4709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comments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92440" y="50292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nitpick the HUD and miss the combat bug.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Jellyfish PR-size study; Cortex State of AI 2026; GitHub stacked PRs public preview, July 2026.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Street Fury feature. Two review shapes.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34440"/>
            <a:ext cx="91440" cy="4937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GIANT PR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main...train/wire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88920" y="2286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9443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29443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+380 / −15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6027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mixed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360273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AI, HUD, wiring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61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426110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training mode work?”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9194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49194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Skim. Rubber stamp. Or stall.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5532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34440"/>
            <a:ext cx="91440" cy="4937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STACK #5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pull requests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0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session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8388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lines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4692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+ tests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dummy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8388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lines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46920" y="3108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brain only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931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HUD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83880" y="3931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lines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46920" y="3931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+ CSS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4754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wire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83880" y="4754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lines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46920" y="4754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+ fight loop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github.com/rajmenon/street-fury/compare/main...train/wire  vs  pulls/1 through /4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stack is a chain. Each PR shows only its layer.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128016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988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#4  train/wire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train/hud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331720"/>
            <a:ext cx="128016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414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#3  train/hud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8072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train/dummy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383280"/>
            <a:ext cx="128016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30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  train/dummy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8587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train/session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434840"/>
            <a:ext cx="12801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445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  train/session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9103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main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15910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PR. Click any layer. See where you are.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25054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model. Request changes on dummy. Leave HUD alone.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3108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 every layer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29400" y="34198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and CODEOWNERS run against main, not just the bottom PR.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your way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9400" y="43342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top to ship all four. Or merge #1 and the rest retarget.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rebase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9400" y="5248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mid-stack. GitHub / gh stack rebase carries the fix up.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stack init → add → submit. Preview on github.com, CLI, mobile, REST/GraphQL. No fork stacks.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the stack before the agent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91440" cy="3063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state, invariants. Tests. No UI.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80160"/>
            <a:ext cx="91440" cy="3063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1188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rule. Dummy AI. Scoring. Auth.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128016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280160"/>
            <a:ext cx="91440" cy="3063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9224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HUD, CSS, copy. Must not change rules.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0" y="128016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1280160"/>
            <a:ext cx="91440" cy="3063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37260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7260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main.js, keys, the player-facing path.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layer N needs code from layer M, M is below N. If a layer needs a paragraph to explain, split it. Humans own the cuts. Agents own the typing.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“Design a stack before you generate code.” Same rule as /design → PR Plan DAG.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turn the stack into a review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1920" y="118872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Plan DAG. One node per layer. Dependency order.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11155680" cy="713232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933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/execute-plan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1993392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worktrees. Review each node. Assemble the stack.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798064"/>
            <a:ext cx="11155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9806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/review --pr 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279806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review on one layer. Pending GitHub comments.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602736"/>
            <a:ext cx="11155680" cy="713232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0273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/review-stack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3602736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on every layer, then the seams between them.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07408"/>
            <a:ext cx="11155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40740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/pr-babysit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440740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restack, comment replies. Human still merges.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5212080"/>
            <a:ext cx="11155680" cy="713232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2120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stack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31920" y="521208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· add · submit · rebase · merge. Native GitHub.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why the layer has to be small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 is 75 lines. A reviewer can actually see this.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5321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45920"/>
            <a:ext cx="91440" cy="4434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WROTE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 swings as soon as the player enters punch / kick / roundhouse.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startup and active — the dummy walks into the hit. The helper inRecovery() is already in the file and unused.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agent bug: looks like fighting-game AI. Wrong about when.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949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45920"/>
            <a:ext cx="91440" cy="443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REVIEWER ASKS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22860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the recovery window?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8660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inRecovery unused?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38404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3840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block hold down, or back?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617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4617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I find this in a 380-line PR?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Planted, on purpose, in train/dummy. Run /review --pr 2 in the live demo.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Stacks fix the shape. They do not fix these.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91440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design, sliced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bad layers are still a bad feature.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280160"/>
            <a:ext cx="91440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54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untested combat PR is still a landmine.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280160"/>
            <a:ext cx="91440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54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Rubber-stamp culture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2240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Approve-the-layer is still a human job.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566160"/>
            <a:ext cx="91440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40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extra scope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rewrites arena.js, reject the layer.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356616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3566160"/>
            <a:ext cx="91440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840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0" y="4526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still decides what Training Mode is.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356616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92440" y="3566160"/>
            <a:ext cx="91440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840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nits as review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66760" y="4526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should have caught the semicolon.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else has to be true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1704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170432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/design before generate. Do not structure a 40-file dump in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9933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993392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 mechanical review. Humans approve intent and invariants.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816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Risk-route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2816352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CSS ≠ dummy combat. Senior eyes on the high-risk layer only.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6393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AI tells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3639312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APIs. Tests that mirror code. Deleted tests. Extra files.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457200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4622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stack healthy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4462272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 the owning branch. Rebase up. Never pile a model fix on wiring.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53949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52852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real bottleneck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14800" y="5285232"/>
            <a:ext cx="7543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per PR. Time to first review. Mechanical vs judgment comments.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minutes in the room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11430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giant compare. Scroll. Do not review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18288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commits as stack #5. Click the stack map.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3:30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25146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 --pr 1  —  are the session invariants right?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5:30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32004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 --pr 2  —  find the punish-window bug.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3886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7:30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38862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/review-stack  —  seams, pollution, merge advice.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45720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#2. Fix there. Rebase up. HUD is untouched.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5257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03120" y="52578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TRAIN. C cycles dummy. R resets.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0F2A3F">
              <a:alpha val="75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features as stacks.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layers, not dumps.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Pilot: next AI-authored feature must be a gh stack.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Install gh stack. Add /review-stack to the team skills.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Required reviews stay on. Humans still submit the review.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3550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github.com/rajmenon/street-fury   ·   docs/DEMO.md   ·   docs/review-playbook.md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Reviewing large AI-assisted changes with GitHub stacked PRs</dc:title>
  <dc:subject>GitHub stacked pull requests + Grok review skills</dc:subject>
  <dc:creator>Street Fury / stacked review demo</dc:creator>
  <cp:lastModifiedBy>Street Fury / stacked review demo</cp:lastModifiedBy>
  <cp:revision>1</cp:revision>
  <dcterms:created xsi:type="dcterms:W3CDTF">2026-08-17T03:35:50Z</dcterms:created>
  <dcterms:modified xsi:type="dcterms:W3CDTF">2026-08-17T03:35:50Z</dcterms:modified>
</cp:coreProperties>
</file>